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项目周报 Q3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负责人: 李雷</a:t>
            </a:r>
          </a:p>
          <a:p>
            <a:r>
              <a:t>状态: 进行中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Roadmap Übersicht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Milestone α: 2024-07</a:t>
            </a:r>
          </a:p>
          <a:p>
            <a:r>
              <a:t>Milestone β: 2024-09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结论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完成度 78%</a:t>
            </a:r>
          </a:p>
          <a:p>
            <a:r>
              <a:t>下一步: 上线灰度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